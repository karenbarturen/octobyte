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87294e303ebfb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87294e303ebf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 presentacion tiene relacion con la generacion de energias sustentables, el titulo es &quot;Sistema energético autónomo&quot;. &#10;Necesito que hagas una diapositiva en relacion a este tema en la primera pagina.&#10;El color protagonista debe de ser amarillo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